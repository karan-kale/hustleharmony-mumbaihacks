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E1E61C-5B59-4A54-BFEF-CFC9134DBEFC}">
  <a:tblStyle styleId="{D7E1E61C-5B59-4A54-BFEF-CFC9134DBE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99df10e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a99df10e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a99df10e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a99df10e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a99df10e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a99df10e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99df10e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a99df10e2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a99df10e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a99df10e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99df10e2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a99df10e2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99df10e2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a99df10e2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a99df10e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a99df10e2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99df10e2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a99df10e2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a99df10e2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a99df10e2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Project Name</a:t>
            </a:r>
            <a:endParaRPr dirty="0">
              <a:solidFill>
                <a:schemeClr val="lt1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311700" y="2677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HustleHarmony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TEAM: Fusion4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" name="Google Shape;69;p15"/>
          <p:cNvGraphicFramePr/>
          <p:nvPr>
            <p:extLst>
              <p:ext uri="{D42A27DB-BD31-4B8C-83A1-F6EECF244321}">
                <p14:modId xmlns:p14="http://schemas.microsoft.com/office/powerpoint/2010/main" val="3252094306"/>
              </p:ext>
            </p:extLst>
          </p:nvPr>
        </p:nvGraphicFramePr>
        <p:xfrm>
          <a:off x="952500" y="4302575"/>
          <a:ext cx="7239000" cy="335250"/>
        </p:xfrm>
        <a:graphic>
          <a:graphicData uri="http://schemas.openxmlformats.org/drawingml/2006/table">
            <a:tbl>
              <a:tblPr>
                <a:noFill/>
                <a:tableStyleId>{D7E1E61C-5B59-4A54-BFEF-CFC9134DBEFC}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Karan Kale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Anjali Sah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Akshada Katare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Nirmala </a:t>
                      </a:r>
                      <a:r>
                        <a:rPr lang="en-US" sz="1000" dirty="0" err="1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chauhan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2418900" y="1353150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Inter"/>
                <a:ea typeface="Inter"/>
                <a:cs typeface="Inter"/>
                <a:sym typeface="Inter"/>
              </a:rPr>
              <a:t>A picture of your team!</a:t>
            </a:r>
            <a:endParaRPr sz="1800"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189335-BEDB-E897-BF69-2B8EEC7CCD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4850" y="922020"/>
            <a:ext cx="5754300" cy="30327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>
            <a:spLocks noGrp="1"/>
          </p:cNvSpPr>
          <p:nvPr>
            <p:ph type="ctrTitle"/>
          </p:nvPr>
        </p:nvSpPr>
        <p:spPr>
          <a:xfrm>
            <a:off x="812600" y="849250"/>
            <a:ext cx="40767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chemeClr val="lt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Problem Statement</a:t>
            </a:r>
            <a:endParaRPr sz="3000" dirty="0">
              <a:solidFill>
                <a:schemeClr val="lt1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1"/>
          </p:nvPr>
        </p:nvSpPr>
        <p:spPr>
          <a:xfrm>
            <a:off x="812600" y="2026700"/>
            <a:ext cx="6454200" cy="20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l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Gig and informal workers face inconsistent income, unpredictable expenses, and lack adaptive financial tools. Traditional budgeting apps fail because they depend on manual input and do not adjust to real-time income variability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>
            <a:spLocks noGrp="1"/>
          </p:cNvSpPr>
          <p:nvPr>
            <p:ph type="ctrTitle"/>
          </p:nvPr>
        </p:nvSpPr>
        <p:spPr>
          <a:xfrm>
            <a:off x="812600" y="849250"/>
            <a:ext cx="40767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  <a:endParaRPr sz="3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1"/>
          </p:nvPr>
        </p:nvSpPr>
        <p:spPr>
          <a:xfrm>
            <a:off x="812600" y="2026700"/>
            <a:ext cx="6454200" cy="20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l"/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HustleHarmony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 autonomous AI financial co-pilot that tracks income and expenses in real-time, predicts cash flow, automates micro‑decisions, and provides personalized financial coaching for variable‑income users.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868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>
            <a:spLocks noGrp="1"/>
          </p:cNvSpPr>
          <p:nvPr>
            <p:ph type="subTitle" idx="1"/>
          </p:nvPr>
        </p:nvSpPr>
        <p:spPr>
          <a:xfrm>
            <a:off x="1578384" y="716922"/>
            <a:ext cx="5392500" cy="3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chemeClr val="lt1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938DFD-DBC9-D4AD-75FF-36B495C94495}"/>
              </a:ext>
            </a:extLst>
          </p:cNvPr>
          <p:cNvSpPr txBox="1"/>
          <p:nvPr/>
        </p:nvSpPr>
        <p:spPr>
          <a:xfrm>
            <a:off x="457200" y="1546860"/>
            <a:ext cx="8122920" cy="2865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Placeholder: Dashboard showing cash flow, income tracking, alerts.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Dashboard showing cash flow, income tracking, alerts.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EADA32-F399-6979-BC64-672E0C106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250" y="716922"/>
            <a:ext cx="7871970" cy="28111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38975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>
            <a:spLocks noGrp="1"/>
          </p:cNvSpPr>
          <p:nvPr>
            <p:ph type="subTitle" idx="1"/>
          </p:nvPr>
        </p:nvSpPr>
        <p:spPr>
          <a:xfrm>
            <a:off x="68581" y="3512820"/>
            <a:ext cx="8702040" cy="14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4400" dirty="0">
              <a:solidFill>
                <a:schemeClr val="lt1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0" indent="0"/>
            <a:r>
              <a:rPr lang="en-US" sz="4400" dirty="0"/>
              <a:t>.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Placeholder: AI recommendation panel with explainable insights.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7B1565-CC86-B81C-8696-210FE12EC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775449"/>
            <a:ext cx="7909560" cy="32345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>
            <a:spLocks noGrp="1"/>
          </p:cNvSpPr>
          <p:nvPr>
            <p:ph type="subTitle" idx="1"/>
          </p:nvPr>
        </p:nvSpPr>
        <p:spPr>
          <a:xfrm>
            <a:off x="365251" y="4053839"/>
            <a:ext cx="8094808" cy="880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Placeholder: Scenario simulator and smart budgeting screen.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7AF0DF-5EFB-EB1C-DCBA-68B8DF325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" y="775449"/>
            <a:ext cx="7818120" cy="29964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>
            <a:spLocks noGrp="1"/>
          </p:cNvSpPr>
          <p:nvPr>
            <p:ph type="ctrTitle"/>
          </p:nvPr>
        </p:nvSpPr>
        <p:spPr>
          <a:xfrm>
            <a:off x="812600" y="849250"/>
            <a:ext cx="40767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Business </a:t>
            </a:r>
            <a:r>
              <a:rPr lang="en-GB" sz="3000" dirty="0">
                <a:solidFill>
                  <a:schemeClr val="lt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Model</a:t>
            </a:r>
            <a:endParaRPr sz="3000" dirty="0">
              <a:solidFill>
                <a:schemeClr val="lt1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1"/>
          </p:nvPr>
        </p:nvSpPr>
        <p:spPr>
          <a:xfrm>
            <a:off x="812600" y="2026700"/>
            <a:ext cx="6454200" cy="20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Freemium model: Free basic insights.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Premium: Advanced predictions, automations, goal optimization.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Future: API partnerships with gig platforms and fintech services.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2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>
            <a:spLocks noGrp="1"/>
          </p:cNvSpPr>
          <p:nvPr>
            <p:ph type="ctrTitle"/>
          </p:nvPr>
        </p:nvSpPr>
        <p:spPr>
          <a:xfrm>
            <a:off x="812600" y="849250"/>
            <a:ext cx="40767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chemeClr val="lt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Anything</a:t>
            </a:r>
            <a:r>
              <a:rPr lang="en-GB" sz="3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else?</a:t>
            </a:r>
            <a:endParaRPr sz="3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1"/>
          </p:nvPr>
        </p:nvSpPr>
        <p:spPr>
          <a:xfrm>
            <a:off x="812600" y="2026700"/>
            <a:ext cx="6454200" cy="20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Launch Plan: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MVP in 2 months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Beta with 200 gig workers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Partner with delivery platforms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Notes:</a:t>
            </a:r>
          </a:p>
          <a:p>
            <a:pPr algn="l"/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HustleHarmony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become India’s most trusted financial autopilot for gig earners.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Thank</a:t>
            </a:r>
            <a:r>
              <a:rPr lang="en-GB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you</a:t>
            </a:r>
            <a:endParaRPr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23"/>
          <p:cNvSpPr txBox="1">
            <a:spLocks noGrp="1"/>
          </p:cNvSpPr>
          <p:nvPr>
            <p:ph type="subTitle" idx="1"/>
          </p:nvPr>
        </p:nvSpPr>
        <p:spPr>
          <a:xfrm>
            <a:off x="311700" y="2677124"/>
            <a:ext cx="8520600" cy="1498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l"/>
            <a:r>
              <a:rPr lang="en-US" sz="2400" dirty="0">
                <a:solidFill>
                  <a:schemeClr val="bg1"/>
                </a:solidFill>
              </a:rPr>
              <a:t>Our favorite part of </a:t>
            </a:r>
            <a:r>
              <a:rPr lang="en-US" sz="2400" dirty="0" err="1">
                <a:solidFill>
                  <a:schemeClr val="bg1"/>
                </a:solidFill>
              </a:rPr>
              <a:t>MumbaiHacks</a:t>
            </a:r>
            <a:r>
              <a:rPr lang="en-US" sz="2400" dirty="0">
                <a:solidFill>
                  <a:schemeClr val="bg1"/>
                </a:solidFill>
              </a:rPr>
              <a:t> 2025: Building with brilliant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founders</a:t>
            </a:r>
            <a:r>
              <a:rPr lang="en-US" sz="2400" dirty="0">
                <a:solidFill>
                  <a:schemeClr val="bg1"/>
                </a:solidFill>
              </a:rPr>
              <a:t> and nonstop energy!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224</Words>
  <Application>Microsoft Office PowerPoint</Application>
  <PresentationFormat>On-screen Show (16:9)</PresentationFormat>
  <Paragraphs>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Times New Roman</vt:lpstr>
      <vt:lpstr>Inter</vt:lpstr>
      <vt:lpstr>Arial</vt:lpstr>
      <vt:lpstr>Simple Light</vt:lpstr>
      <vt:lpstr>Project Name</vt:lpstr>
      <vt:lpstr>PowerPoint Presentation</vt:lpstr>
      <vt:lpstr>Problem Statement</vt:lpstr>
      <vt:lpstr>Solution</vt:lpstr>
      <vt:lpstr>PowerPoint Presentation</vt:lpstr>
      <vt:lpstr>PowerPoint Presentation</vt:lpstr>
      <vt:lpstr>PowerPoint Presentation</vt:lpstr>
      <vt:lpstr>Business Model</vt:lpstr>
      <vt:lpstr>Anything else?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PRAJYOT KATARNWARE</dc:creator>
  <cp:lastModifiedBy>akshada katare</cp:lastModifiedBy>
  <cp:revision>2</cp:revision>
  <dcterms:modified xsi:type="dcterms:W3CDTF">2025-11-29T06:44:21Z</dcterms:modified>
</cp:coreProperties>
</file>